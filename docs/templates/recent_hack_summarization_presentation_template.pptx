
<file path=[Content_Types].xml><?xml version="1.0" encoding="utf-8"?>
<Types xmlns="http://schemas.openxmlformats.org/package/2006/content-types">
  <Default Extension="fntdata" ContentType="application/x-fontdata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9144000" cy="5143500" type="screen16x9"/>
  <p:notesSz cx="6858000" cy="9144000"/>
  <p:embeddedFontLst>
    <p:embeddedFont>
      <p:font typeface="Economica" panose="020B0604020202020204" charset="0"/>
      <p:regular r:id="rId8"/>
      <p:bold r:id="rId9"/>
      <p:italic r:id="rId10"/>
      <p:boldItalic r:id="rId11"/>
    </p:embeddedFont>
    <p:embeddedFont>
      <p:font typeface="Open Sans" panose="020B0606030504020204" pitchFamily="3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38" d="100"/>
          <a:sy n="138" d="100"/>
        </p:scale>
        <p:origin x="83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in Madden" userId="abb3b6fce38945ac" providerId="LiveId" clId="{633AA056-F632-42E0-82D3-3DF82EB6124E}"/>
    <pc:docChg chg="undo custSel addSld delSld modSld">
      <pc:chgData name="Carin Madden" userId="abb3b6fce38945ac" providerId="LiveId" clId="{633AA056-F632-42E0-82D3-3DF82EB6124E}" dt="2026-09-03T20:23:12.662" v="503" actId="20577"/>
      <pc:docMkLst>
        <pc:docMk/>
      </pc:docMkLst>
      <pc:sldChg chg="delSp modSp mod">
        <pc:chgData name="Carin Madden" userId="abb3b6fce38945ac" providerId="LiveId" clId="{633AA056-F632-42E0-82D3-3DF82EB6124E}" dt="2026-09-03T20:23:12.662" v="503" actId="20577"/>
        <pc:sldMkLst>
          <pc:docMk/>
          <pc:sldMk cId="0" sldId="256"/>
        </pc:sldMkLst>
        <pc:spChg chg="mod">
          <ac:chgData name="Carin Madden" userId="abb3b6fce38945ac" providerId="LiveId" clId="{633AA056-F632-42E0-82D3-3DF82EB6124E}" dt="2026-09-03T20:22:52.189" v="457" actId="20577"/>
          <ac:spMkLst>
            <pc:docMk/>
            <pc:sldMk cId="0" sldId="256"/>
            <ac:spMk id="62" creationId="{00000000-0000-0000-0000-000000000000}"/>
          </ac:spMkLst>
        </pc:spChg>
        <pc:spChg chg="mod">
          <ac:chgData name="Carin Madden" userId="abb3b6fce38945ac" providerId="LiveId" clId="{633AA056-F632-42E0-82D3-3DF82EB6124E}" dt="2026-09-03T20:23:12.662" v="503" actId="20577"/>
          <ac:spMkLst>
            <pc:docMk/>
            <pc:sldMk cId="0" sldId="256"/>
            <ac:spMk id="63" creationId="{00000000-0000-0000-0000-000000000000}"/>
          </ac:spMkLst>
        </pc:spChg>
        <pc:picChg chg="del">
          <ac:chgData name="Carin Madden" userId="abb3b6fce38945ac" providerId="LiveId" clId="{633AA056-F632-42E0-82D3-3DF82EB6124E}" dt="2026-09-03T20:22:48.091" v="451" actId="478"/>
          <ac:picMkLst>
            <pc:docMk/>
            <pc:sldMk cId="0" sldId="256"/>
            <ac:picMk id="64" creationId="{00000000-0000-0000-0000-000000000000}"/>
          </ac:picMkLst>
        </pc:picChg>
        <pc:picChg chg="del">
          <ac:chgData name="Carin Madden" userId="abb3b6fce38945ac" providerId="LiveId" clId="{633AA056-F632-42E0-82D3-3DF82EB6124E}" dt="2026-09-03T20:22:45.226" v="450" actId="478"/>
          <ac:picMkLst>
            <pc:docMk/>
            <pc:sldMk cId="0" sldId="256"/>
            <ac:picMk id="65" creationId="{00000000-0000-0000-0000-000000000000}"/>
          </ac:picMkLst>
        </pc:picChg>
      </pc:sldChg>
      <pc:sldChg chg="delSp modSp mod">
        <pc:chgData name="Carin Madden" userId="abb3b6fce38945ac" providerId="LiveId" clId="{633AA056-F632-42E0-82D3-3DF82EB6124E}" dt="2026-09-03T20:22:42.303" v="449" actId="20577"/>
        <pc:sldMkLst>
          <pc:docMk/>
          <pc:sldMk cId="0" sldId="257"/>
        </pc:sldMkLst>
        <pc:spChg chg="mod">
          <ac:chgData name="Carin Madden" userId="abb3b6fce38945ac" providerId="LiveId" clId="{633AA056-F632-42E0-82D3-3DF82EB6124E}" dt="2026-09-03T20:22:42.303" v="449" actId="20577"/>
          <ac:spMkLst>
            <pc:docMk/>
            <pc:sldMk cId="0" sldId="257"/>
            <ac:spMk id="71" creationId="{00000000-0000-0000-0000-000000000000}"/>
          </ac:spMkLst>
        </pc:spChg>
        <pc:picChg chg="del">
          <ac:chgData name="Carin Madden" userId="abb3b6fce38945ac" providerId="LiveId" clId="{633AA056-F632-42E0-82D3-3DF82EB6124E}" dt="2026-09-03T20:21:38.500" v="201" actId="478"/>
          <ac:picMkLst>
            <pc:docMk/>
            <pc:sldMk cId="0" sldId="257"/>
            <ac:picMk id="72" creationId="{00000000-0000-0000-0000-000000000000}"/>
          </ac:picMkLst>
        </pc:picChg>
      </pc:sldChg>
      <pc:sldChg chg="delSp modSp mod">
        <pc:chgData name="Carin Madden" userId="abb3b6fce38945ac" providerId="LiveId" clId="{633AA056-F632-42E0-82D3-3DF82EB6124E}" dt="2026-09-03T20:21:35.424" v="200" actId="478"/>
        <pc:sldMkLst>
          <pc:docMk/>
          <pc:sldMk cId="0" sldId="258"/>
        </pc:sldMkLst>
        <pc:spChg chg="mod">
          <ac:chgData name="Carin Madden" userId="abb3b6fce38945ac" providerId="LiveId" clId="{633AA056-F632-42E0-82D3-3DF82EB6124E}" dt="2026-09-03T20:21:33.440" v="199" actId="20577"/>
          <ac:spMkLst>
            <pc:docMk/>
            <pc:sldMk cId="0" sldId="258"/>
            <ac:spMk id="78" creationId="{00000000-0000-0000-0000-000000000000}"/>
          </ac:spMkLst>
        </pc:spChg>
        <pc:picChg chg="del">
          <ac:chgData name="Carin Madden" userId="abb3b6fce38945ac" providerId="LiveId" clId="{633AA056-F632-42E0-82D3-3DF82EB6124E}" dt="2026-09-03T20:21:35.424" v="200" actId="478"/>
          <ac:picMkLst>
            <pc:docMk/>
            <pc:sldMk cId="0" sldId="258"/>
            <ac:picMk id="79" creationId="{00000000-0000-0000-0000-000000000000}"/>
          </ac:picMkLst>
        </pc:picChg>
      </pc:sldChg>
      <pc:sldChg chg="delSp modSp add del mod">
        <pc:chgData name="Carin Madden" userId="abb3b6fce38945ac" providerId="LiveId" clId="{633AA056-F632-42E0-82D3-3DF82EB6124E}" dt="2026-09-03T20:21:23.707" v="169" actId="20577"/>
        <pc:sldMkLst>
          <pc:docMk/>
          <pc:sldMk cId="0" sldId="259"/>
        </pc:sldMkLst>
        <pc:spChg chg="mod">
          <ac:chgData name="Carin Madden" userId="abb3b6fce38945ac" providerId="LiveId" clId="{633AA056-F632-42E0-82D3-3DF82EB6124E}" dt="2026-09-03T20:21:23.707" v="169" actId="20577"/>
          <ac:spMkLst>
            <pc:docMk/>
            <pc:sldMk cId="0" sldId="259"/>
            <ac:spMk id="85" creationId="{00000000-0000-0000-0000-000000000000}"/>
          </ac:spMkLst>
        </pc:spChg>
        <pc:picChg chg="del">
          <ac:chgData name="Carin Madden" userId="abb3b6fce38945ac" providerId="LiveId" clId="{633AA056-F632-42E0-82D3-3DF82EB6124E}" dt="2026-09-03T20:20:49.155" v="91" actId="478"/>
          <ac:picMkLst>
            <pc:docMk/>
            <pc:sldMk cId="0" sldId="259"/>
            <ac:picMk id="86" creationId="{00000000-0000-0000-0000-000000000000}"/>
          </ac:picMkLst>
        </pc:picChg>
      </pc:sldChg>
      <pc:sldChg chg="delSp modSp add del mod">
        <pc:chgData name="Carin Madden" userId="abb3b6fce38945ac" providerId="LiveId" clId="{633AA056-F632-42E0-82D3-3DF82EB6124E}" dt="2026-09-03T20:20:40.081" v="89" actId="20577"/>
        <pc:sldMkLst>
          <pc:docMk/>
          <pc:sldMk cId="0" sldId="260"/>
        </pc:sldMkLst>
        <pc:spChg chg="mod">
          <ac:chgData name="Carin Madden" userId="abb3b6fce38945ac" providerId="LiveId" clId="{633AA056-F632-42E0-82D3-3DF82EB6124E}" dt="2026-09-03T20:20:40.081" v="89" actId="20577"/>
          <ac:spMkLst>
            <pc:docMk/>
            <pc:sldMk cId="0" sldId="260"/>
            <ac:spMk id="92" creationId="{00000000-0000-0000-0000-000000000000}"/>
          </ac:spMkLst>
        </pc:spChg>
        <pc:picChg chg="del">
          <ac:chgData name="Carin Madden" userId="abb3b6fce38945ac" providerId="LiveId" clId="{633AA056-F632-42E0-82D3-3DF82EB6124E}" dt="2026-09-03T20:20:10.120" v="6" actId="478"/>
          <ac:picMkLst>
            <pc:docMk/>
            <pc:sldMk cId="0" sldId="260"/>
            <ac:picMk id="93" creationId="{00000000-0000-0000-0000-00000000000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3f88692e5e0_0_5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" name="Google Shape;68;g3f88692e5e0_0_5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f88692e5e0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f88692e5e0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f88692e5e0_0_6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f88692e5e0_0_6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3f88692e5e0_0_6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3f88692e5e0_0_6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2744013" y="756700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1" name="Google Shape;11;p2"/>
          <p:cNvSpPr/>
          <p:nvPr/>
        </p:nvSpPr>
        <p:spPr>
          <a:xfrm rot="10800000">
            <a:off x="5318350" y="32667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2" name="Google Shape;12;p2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Economica"/>
              <a:buNone/>
              <a:defRPr sz="21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 flipH="1">
            <a:off x="7595938" y="4602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7" name="Google Shape;17;p3"/>
          <p:cNvSpPr/>
          <p:nvPr/>
        </p:nvSpPr>
        <p:spPr>
          <a:xfrm rot="10800000" flipH="1">
            <a:off x="466425" y="3558325"/>
            <a:ext cx="1081625" cy="1124950"/>
          </a:xfrm>
          <a:custGeom>
            <a:avLst/>
            <a:gdLst/>
            <a:ahLst/>
            <a:cxnLst/>
            <a:rect l="l" t="t" r="r" b="b"/>
            <a:pathLst>
              <a:path w="43265" h="44998" extrusionOk="0">
                <a:moveTo>
                  <a:pt x="0" y="44998"/>
                </a:moveTo>
                <a:lnTo>
                  <a:pt x="0" y="0"/>
                </a:lnTo>
                <a:lnTo>
                  <a:pt x="43265" y="0"/>
                </a:lnTo>
              </a:path>
            </a:pathLst>
          </a:custGeom>
          <a:noFill/>
          <a:ln w="28575" cap="flat" cmpd="sng">
            <a:solidFill>
              <a:schemeClr val="lt2"/>
            </a:solidFill>
            <a:prstDash val="solid"/>
            <a:miter lim="8000"/>
            <a:headEnd type="none" w="sm" len="sm"/>
            <a:tailEnd type="none" w="sm" len="sm"/>
          </a:ln>
        </p:spPr>
      </p:sp>
      <p:sp>
        <p:nvSpPr>
          <p:cNvPr id="18" name="Google Shape;18;p3"/>
          <p:cNvSpPr txBox="1">
            <a:spLocks noGrp="1"/>
          </p:cNvSpPr>
          <p:nvPr>
            <p:ph type="title"/>
          </p:nvPr>
        </p:nvSpPr>
        <p:spPr>
          <a:xfrm>
            <a:off x="773700" y="1806450"/>
            <a:ext cx="7596600" cy="153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4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8" name="Google Shape;28;p5"/>
          <p:cNvSpPr txBox="1">
            <a:spLocks noGrp="1"/>
          </p:cNvSpPr>
          <p:nvPr>
            <p:ph type="body" idx="2"/>
          </p:nvPr>
        </p:nvSpPr>
        <p:spPr>
          <a:xfrm>
            <a:off x="4832400" y="1225225"/>
            <a:ext cx="39999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311700" y="1399400"/>
            <a:ext cx="2808000" cy="2784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8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" name="Google Shape;39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5878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0" name="Google Shape;40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-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w="19050" cap="flat" cmpd="sng">
            <a:solidFill>
              <a:schemeClr val="lt1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44" name="Google Shape;44;p9"/>
          <p:cNvSpPr txBox="1">
            <a:spLocks noGrp="1"/>
          </p:cNvSpPr>
          <p:nvPr>
            <p:ph type="title"/>
          </p:nvPr>
        </p:nvSpPr>
        <p:spPr>
          <a:xfrm>
            <a:off x="265500" y="929275"/>
            <a:ext cx="4045200" cy="1786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4200"/>
              <a:buNone/>
              <a:defRPr>
                <a:solidFill>
                  <a:schemeClr val="lt2"/>
                </a:solidFill>
              </a:defRPr>
            </a:lvl9pPr>
          </a:lstStyle>
          <a:p>
            <a:endParaRPr/>
          </a:p>
        </p:txBody>
      </p:sp>
      <p:sp>
        <p:nvSpPr>
          <p:cNvPr id="45" name="Google Shape;45;p9"/>
          <p:cNvSpPr txBox="1">
            <a:spLocks noGrp="1"/>
          </p:cNvSpPr>
          <p:nvPr>
            <p:ph type="subTitle" idx="1"/>
          </p:nvPr>
        </p:nvSpPr>
        <p:spPr>
          <a:xfrm>
            <a:off x="265500" y="2769001"/>
            <a:ext cx="4045200" cy="1574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46" name="Google Shape;46;p9"/>
          <p:cNvSpPr txBox="1">
            <a:spLocks noGrp="1"/>
          </p:cNvSpPr>
          <p:nvPr>
            <p:ph type="body" idx="2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>
            <a:endParaRPr/>
          </a:p>
        </p:txBody>
      </p:sp>
      <p:sp>
        <p:nvSpPr>
          <p:cNvPr id="47" name="Google Shape;47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>
            <a:spLocks noGrp="1"/>
          </p:cNvSpPr>
          <p:nvPr>
            <p:ph type="body" idx="1"/>
          </p:nvPr>
        </p:nvSpPr>
        <p:spPr>
          <a:xfrm>
            <a:off x="319500" y="4218925"/>
            <a:ext cx="5998800" cy="59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Economica"/>
              <a:buNone/>
              <a:defRPr sz="2400">
                <a:latin typeface="Economica"/>
                <a:ea typeface="Economica"/>
                <a:cs typeface="Economica"/>
                <a:sym typeface="Economica"/>
              </a:defRPr>
            </a:lvl1pPr>
          </a:lstStyle>
          <a:p>
            <a:endParaRPr/>
          </a:p>
        </p:txBody>
      </p:sp>
      <p:sp>
        <p:nvSpPr>
          <p:cNvPr id="50" name="Google Shape;50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1"/>
          <p:cNvSpPr/>
          <p:nvPr/>
        </p:nvSpPr>
        <p:spPr>
          <a:xfrm>
            <a:off x="0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3" name="Google Shape;53;p11"/>
          <p:cNvSpPr txBox="1">
            <a:spLocks noGrp="1"/>
          </p:cNvSpPr>
          <p:nvPr>
            <p:ph type="title" hasCustomPrompt="1"/>
          </p:nvPr>
        </p:nvSpPr>
        <p:spPr>
          <a:xfrm>
            <a:off x="311700" y="957125"/>
            <a:ext cx="8520600" cy="2128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6000"/>
              <a:buNone/>
              <a:defRPr sz="16000">
                <a:solidFill>
                  <a:schemeClr val="lt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>
            <a:spLocks noGrp="1"/>
          </p:cNvSpPr>
          <p:nvPr>
            <p:ph type="body" idx="1"/>
          </p:nvPr>
        </p:nvSpPr>
        <p:spPr>
          <a:xfrm>
            <a:off x="311700" y="3162000"/>
            <a:ext cx="8520600" cy="107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5" name="Google Shape;55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luxe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Font typeface="Economica"/>
              <a:buNone/>
              <a:defRPr sz="42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Open Sans"/>
              <a:buChar char="●"/>
              <a:defRPr sz="1800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●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○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Open Sans"/>
              <a:buChar char="■"/>
              <a:defRPr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1pPr>
            <a:lvl2pPr lvl="1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2pPr>
            <a:lvl3pPr lvl="2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3pPr>
            <a:lvl4pPr lvl="3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4pPr>
            <a:lvl5pPr lvl="4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5pPr>
            <a:lvl6pPr lvl="5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6pPr>
            <a:lvl7pPr lvl="6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7pPr>
            <a:lvl8pPr lvl="7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8pPr>
            <a:lvl9pPr lvl="8" algn="r">
              <a:buNone/>
              <a:defRPr sz="1000">
                <a:solidFill>
                  <a:schemeClr val="dk1"/>
                </a:solidFill>
                <a:latin typeface="Economica"/>
                <a:ea typeface="Economica"/>
                <a:cs typeface="Economica"/>
                <a:sym typeface="Economica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>
            <a:spLocks noGrp="1"/>
          </p:cNvSpPr>
          <p:nvPr>
            <p:ph type="ctrTitle"/>
          </p:nvPr>
        </p:nvSpPr>
        <p:spPr>
          <a:xfrm>
            <a:off x="3044700" y="1444255"/>
            <a:ext cx="3054600" cy="1537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Title </a:t>
            </a:r>
            <a:endParaRPr dirty="0"/>
          </a:p>
        </p:txBody>
      </p:sp>
      <p:sp>
        <p:nvSpPr>
          <p:cNvPr id="63" name="Google Shape;63;p13"/>
          <p:cNvSpPr txBox="1">
            <a:spLocks noGrp="1"/>
          </p:cNvSpPr>
          <p:nvPr>
            <p:ph type="subTitle" idx="1"/>
          </p:nvPr>
        </p:nvSpPr>
        <p:spPr>
          <a:xfrm>
            <a:off x="3044700" y="3116580"/>
            <a:ext cx="3054600" cy="70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47500" lnSpcReduction="2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Collaborators: </a:t>
            </a:r>
            <a:endParaRPr lang="en-US" dirty="0"/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Course: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Instructor: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Date: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4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Root Cause</a:t>
            </a:r>
            <a:endParaRPr/>
          </a:p>
        </p:txBody>
      </p:sp>
      <p:sp>
        <p:nvSpPr>
          <p:cNvPr id="71" name="Google Shape;71;p14"/>
          <p:cNvSpPr txBox="1">
            <a:spLocks noGrp="1"/>
          </p:cNvSpPr>
          <p:nvPr>
            <p:ph type="body" idx="1"/>
          </p:nvPr>
        </p:nvSpPr>
        <p:spPr>
          <a:xfrm>
            <a:off x="311700" y="119337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This is where you want to include a background with minimal words</a:t>
            </a:r>
            <a:endParaRPr dirty="0"/>
          </a:p>
          <a:p>
            <a:pPr marL="457200" lvl="0" indent="0" algn="l" rtl="0">
              <a:spcBef>
                <a:spcPts val="1200"/>
              </a:spcBef>
              <a:spcAft>
                <a:spcPts val="120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5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They Did</a:t>
            </a:r>
            <a:endParaRPr/>
          </a:p>
        </p:txBody>
      </p:sp>
      <p:sp>
        <p:nvSpPr>
          <p:cNvPr id="78" name="Google Shape;78;p15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2150" bIns="91425" anchor="t" anchorCtr="0">
            <a:norm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 dirty="0"/>
              <a:t>Describe what the attacker did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How They Responded</a:t>
            </a:r>
            <a:endParaRPr/>
          </a:p>
        </p:txBody>
      </p:sp>
      <p:sp>
        <p:nvSpPr>
          <p:cNvPr id="85" name="Google Shape;85;p16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Describe how the organization responded to the attack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>
            <a:spLocks noGrp="1"/>
          </p:cNvSpPr>
          <p:nvPr>
            <p:ph type="title"/>
          </p:nvPr>
        </p:nvSpPr>
        <p:spPr>
          <a:xfrm>
            <a:off x="311700" y="315925"/>
            <a:ext cx="8520600" cy="831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Lessons Learned</a:t>
            </a:r>
            <a:endParaRPr/>
          </a:p>
        </p:txBody>
      </p:sp>
      <p:sp>
        <p:nvSpPr>
          <p:cNvPr id="92" name="Google Shape;92;p17"/>
          <p:cNvSpPr txBox="1">
            <a:spLocks noGrp="1"/>
          </p:cNvSpPr>
          <p:nvPr>
            <p:ph type="body" idx="1"/>
          </p:nvPr>
        </p:nvSpPr>
        <p:spPr>
          <a:xfrm>
            <a:off x="311700" y="1225225"/>
            <a:ext cx="8520600" cy="3354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114300" lvl="0" indent="0" algn="l" rtl="0"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 dirty="0"/>
              <a:t>Write Lessons learned here using bullet points or numbers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Luxe">
  <a:themeElements>
    <a:clrScheme name="Luxe">
      <a:dk1>
        <a:srgbClr val="000000"/>
      </a:dk1>
      <a:lt1>
        <a:srgbClr val="FFFFFF"/>
      </a:lt1>
      <a:dk2>
        <a:srgbClr val="B7B7B7"/>
      </a:dk2>
      <a:lt2>
        <a:srgbClr val="CCA677"/>
      </a:lt2>
      <a:accent1>
        <a:srgbClr val="5D4037"/>
      </a:accent1>
      <a:accent2>
        <a:srgbClr val="455A64"/>
      </a:accent2>
      <a:accent3>
        <a:srgbClr val="57BB8A"/>
      </a:accent3>
      <a:accent4>
        <a:srgbClr val="78909C"/>
      </a:accent4>
      <a:accent5>
        <a:srgbClr val="607D8B"/>
      </a:accent5>
      <a:accent6>
        <a:srgbClr val="DCE755"/>
      </a:accent6>
      <a:hlink>
        <a:srgbClr val="607D8B"/>
      </a:hlink>
      <a:folHlink>
        <a:srgbClr val="607D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</Words>
  <Application>Microsoft Office PowerPoint</Application>
  <PresentationFormat>On-screen Show (16:9)</PresentationFormat>
  <Paragraphs>13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Economica</vt:lpstr>
      <vt:lpstr>Open Sans</vt:lpstr>
      <vt:lpstr>Luxe</vt:lpstr>
      <vt:lpstr>Title </vt:lpstr>
      <vt:lpstr>Root Cause</vt:lpstr>
      <vt:lpstr>What They Did</vt:lpstr>
      <vt:lpstr>How They Responded</vt:lpstr>
      <vt:lpstr>Lessons Learned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Carin Madden</cp:lastModifiedBy>
  <cp:revision>1</cp:revision>
  <dcterms:modified xsi:type="dcterms:W3CDTF">2026-09-03T20:23:19Z</dcterms:modified>
</cp:coreProperties>
</file>